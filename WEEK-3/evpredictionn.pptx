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3" r:id="rId8"/>
    <p:sldId id="266" r:id="rId9"/>
    <p:sldId id="262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4B1C469-CD3F-4C7B-8C26-FAAAC4BC91F4}">
          <p14:sldIdLst>
            <p14:sldId id="256"/>
            <p14:sldId id="264"/>
          </p14:sldIdLst>
        </p14:section>
        <p14:section name="Untitled Section" id="{3C954059-DD84-42E3-AF6F-071D38FF34AB}">
          <p14:sldIdLst>
            <p14:sldId id="258"/>
            <p14:sldId id="259"/>
            <p14:sldId id="260"/>
            <p14:sldId id="261"/>
            <p14:sldId id="263"/>
            <p14:sldId id="266"/>
            <p14:sldId id="26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D7282-37A7-46E5-B66B-2A7E7BAF927E}" v="1" dt="2025-11-16T07:24:03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ELECTRIC VEHICLE 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345440" y="1014173"/>
            <a:ext cx="7145873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13163"/>
                </a:solidFill>
              </a:rPr>
              <a:t>Learning Objectives :</a:t>
            </a:r>
          </a:p>
          <a:p>
            <a:endParaRPr lang="en-US" sz="2000" dirty="0">
              <a:solidFill>
                <a:srgbClr val="213163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Predict EV Range from battery, motor, weight, and charging stations.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Predict EV Sales from vehicle specs, incentives, and market features.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Predict EV Price from battery, motor, weight, brand, and incentives.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Develop a user-friendly </a:t>
            </a:r>
            <a:r>
              <a:rPr lang="en-US" sz="1800" dirty="0" err="1">
                <a:solidFill>
                  <a:schemeClr val="tx2">
                    <a:lumMod val="25000"/>
                  </a:schemeClr>
                </a:solidFill>
              </a:rPr>
              <a:t>Streamlit</a:t>
            </a: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 dashboard with visualizations.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tx2">
                  <a:lumMod val="2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25000"/>
                  </a:schemeClr>
                </a:solidFill>
              </a:rPr>
              <a:t>Integrate chatbot for EV guidance.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bg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97721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5882" y="1047566"/>
            <a:ext cx="617709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Programming Language: Python</a:t>
            </a: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/>
                </a:solidFill>
              </a:rPr>
              <a:t>Libraries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: </a:t>
            </a:r>
            <a:r>
              <a:rPr lang="en-IN" sz="2000" b="1" dirty="0" err="1">
                <a:solidFill>
                  <a:schemeClr val="bg2">
                    <a:lumMod val="75000"/>
                  </a:schemeClr>
                </a:solidFill>
              </a:rPr>
              <a:t>Streamlit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, scikit-learn, </a:t>
            </a:r>
            <a:r>
              <a:rPr lang="en-IN" sz="2000" b="1" dirty="0" err="1">
                <a:solidFill>
                  <a:schemeClr val="bg2">
                    <a:lumMod val="75000"/>
                  </a:schemeClr>
                </a:solidFill>
              </a:rPr>
              <a:t>joblib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, pandas, </a:t>
            </a:r>
            <a:r>
              <a:rPr lang="en-IN" sz="2000" b="1" dirty="0" err="1">
                <a:solidFill>
                  <a:schemeClr val="bg2">
                    <a:lumMod val="75000"/>
                  </a:schemeClr>
                </a:solidFill>
              </a:rPr>
              <a:t>numpy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IN" sz="2000" b="1" dirty="0" err="1">
                <a:solidFill>
                  <a:schemeClr val="bg2">
                    <a:lumMod val="75000"/>
                  </a:schemeClr>
                </a:solidFill>
              </a:rPr>
              <a:t>plotly</a:t>
            </a:r>
            <a:endParaRPr lang="en-IN" sz="2000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/>
                </a:solidFill>
              </a:rPr>
              <a:t>IDE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: VS Code / </a:t>
            </a:r>
            <a:r>
              <a:rPr lang="en-IN" sz="2000" b="1" dirty="0" err="1">
                <a:solidFill>
                  <a:schemeClr val="bg2">
                    <a:lumMod val="75000"/>
                  </a:schemeClr>
                </a:solidFill>
              </a:rPr>
              <a:t>Jupyter</a:t>
            </a:r>
            <a:r>
              <a:rPr lang="en-IN" sz="2000" b="1" dirty="0">
                <a:solidFill>
                  <a:schemeClr val="bg2">
                    <a:lumMod val="75000"/>
                  </a:schemeClr>
                </a:solidFill>
              </a:rPr>
              <a:t> Notebook</a:t>
            </a: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Silver metal newtons cradle">
            <a:extLst>
              <a:ext uri="{FF2B5EF4-FFF2-40B4-BE49-F238E27FC236}">
                <a16:creationId xmlns:a16="http://schemas.microsoft.com/office/drawing/2014/main" id="{FFA68473-F09F-C1CA-D596-BE0E4336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3605"/>
            <a:ext cx="4849856" cy="32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65026" y="955968"/>
            <a:ext cx="11739425" cy="884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r>
              <a:rPr lang="en-US" sz="1800" b="1" dirty="0">
                <a:solidFill>
                  <a:srgbClr val="213163"/>
                </a:solidFill>
              </a:rPr>
              <a:t>1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. Data Collection</a:t>
            </a:r>
            <a:r>
              <a:rPr lang="en-US" sz="1800" b="1" dirty="0">
                <a:solidFill>
                  <a:srgbClr val="213163"/>
                </a:solidFill>
              </a:rPr>
              <a:t>: </a:t>
            </a:r>
            <a:r>
              <a:rPr lang="en-US" sz="1800" b="1" dirty="0">
                <a:solidFill>
                  <a:schemeClr val="bg2"/>
                </a:solidFill>
              </a:rPr>
              <a:t>EV dataset with features like Battery, Motor Power, Weight, Charging Stations, Sales, Price, Incentives.</a:t>
            </a:r>
          </a:p>
          <a:p>
            <a:endParaRPr lang="en-US" sz="1800" b="1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2. Data Preprocessing: </a:t>
            </a:r>
            <a:r>
              <a:rPr lang="en-US" sz="1800" b="1" dirty="0">
                <a:solidFill>
                  <a:schemeClr val="bg2"/>
                </a:solidFill>
              </a:rPr>
              <a:t>Clean missing values, normalize feature names.</a:t>
            </a:r>
          </a:p>
          <a:p>
            <a:endParaRPr lang="en-US" sz="1800" b="1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en-US" sz="1800" b="1" dirty="0">
                <a:solidFill>
                  <a:schemeClr val="bg2"/>
                </a:solidFill>
              </a:rPr>
              <a:t>.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Model Training</a:t>
            </a:r>
            <a:r>
              <a:rPr lang="en-US" sz="1800" b="1" dirty="0">
                <a:solidFill>
                  <a:schemeClr val="bg2"/>
                </a:solidFill>
              </a:rPr>
              <a:t>: Train Linear Regression / Random Forest models for Range, Sales, and Price.</a:t>
            </a:r>
          </a:p>
          <a:p>
            <a:endParaRPr lang="en-US" sz="1800" b="1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en-US" sz="1800" b="1" dirty="0">
                <a:solidFill>
                  <a:schemeClr val="bg2"/>
                </a:solidFill>
              </a:rPr>
              <a:t>.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Dashboard Development</a:t>
            </a:r>
            <a:r>
              <a:rPr lang="en-US" sz="1800" b="1" dirty="0">
                <a:solidFill>
                  <a:schemeClr val="bg2"/>
                </a:solidFill>
              </a:rPr>
              <a:t>: Create </a:t>
            </a:r>
            <a:r>
              <a:rPr lang="en-US" sz="1800" b="1" dirty="0" err="1">
                <a:solidFill>
                  <a:schemeClr val="bg2"/>
                </a:solidFill>
              </a:rPr>
              <a:t>Streamlit</a:t>
            </a:r>
            <a:r>
              <a:rPr lang="en-US" sz="1800" b="1" dirty="0">
                <a:solidFill>
                  <a:schemeClr val="bg2"/>
                </a:solidFill>
              </a:rPr>
              <a:t> app with tabs for Prediction, Visualization, and Chatbot.</a:t>
            </a:r>
          </a:p>
          <a:p>
            <a:endParaRPr lang="en-US" sz="1800" b="1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5</a:t>
            </a:r>
            <a:r>
              <a:rPr lang="en-US" sz="1800" b="1" dirty="0">
                <a:solidFill>
                  <a:schemeClr val="bg2"/>
                </a:solidFill>
              </a:rPr>
              <a:t>.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Testing</a:t>
            </a:r>
            <a:r>
              <a:rPr lang="en-US" sz="1800" b="1" dirty="0">
                <a:solidFill>
                  <a:schemeClr val="bg2"/>
                </a:solidFill>
              </a:rPr>
              <a:t>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&amp; Deployment</a:t>
            </a:r>
            <a:r>
              <a:rPr lang="en-US" sz="1800" b="1" dirty="0">
                <a:solidFill>
                  <a:schemeClr val="bg2"/>
                </a:solidFill>
              </a:rPr>
              <a:t>: Test predictions and interactions, save trained models.</a:t>
            </a:r>
            <a:endParaRPr lang="en-US" sz="16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endParaRPr lang="en-US" sz="1800" b="1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r>
              <a:rPr lang="en-IN" sz="1800" dirty="0">
                <a:solidFill>
                  <a:srgbClr val="21316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3" y="1054412"/>
            <a:ext cx="11662242" cy="824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EV adaption is growing rapidly ,but predicting key metrics like </a:t>
            </a:r>
            <a:r>
              <a:rPr lang="en-US" sz="2000" b="1" dirty="0" err="1">
                <a:solidFill>
                  <a:schemeClr val="tx2">
                    <a:lumMod val="25000"/>
                  </a:schemeClr>
                </a:solidFill>
              </a:rPr>
              <a:t>Range,Sales,and</a:t>
            </a: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 Price is challenging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Manual analysis is slow and prone to errors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A data-driven solution using ML and web dashboards can provide accurate predictions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Helps EV </a:t>
            </a:r>
            <a:r>
              <a:rPr lang="en-US" sz="2000" b="1" dirty="0" err="1">
                <a:solidFill>
                  <a:schemeClr val="tx2">
                    <a:lumMod val="25000"/>
                  </a:schemeClr>
                </a:solidFill>
              </a:rPr>
              <a:t>manufacturers,policymakers,and</a:t>
            </a: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 customers  make informed decisions.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 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3" y="1054412"/>
            <a:ext cx="1147132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          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Build a profession dashboard that predicts </a:t>
            </a:r>
            <a:r>
              <a:rPr lang="en-US" sz="2000" b="1" dirty="0" err="1">
                <a:solidFill>
                  <a:srgbClr val="213163"/>
                </a:solidFill>
              </a:rPr>
              <a:t>range,sales</a:t>
            </a:r>
            <a:r>
              <a:rPr lang="en-US" sz="2000" b="1" dirty="0">
                <a:solidFill>
                  <a:srgbClr val="213163"/>
                </a:solidFill>
              </a:rPr>
              <a:t>, and price from EV specs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Input Sliders</a:t>
            </a:r>
            <a:r>
              <a:rPr lang="en-US" sz="2000" b="1" dirty="0">
                <a:solidFill>
                  <a:srgbClr val="213163"/>
                </a:solidFill>
              </a:rPr>
              <a:t>: 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Battery Capacity, Motor Power, Weight, Charging Stations, Efficiency.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rgbClr val="213163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Real-time Predictions</a:t>
            </a:r>
            <a:r>
              <a:rPr lang="en-US" sz="2000" b="1" dirty="0">
                <a:solidFill>
                  <a:srgbClr val="213163"/>
                </a:solidFill>
              </a:rPr>
              <a:t>: 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Displays EV Range, Sales, and Price.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Visualizations</a:t>
            </a:r>
            <a:r>
              <a:rPr lang="en-US" sz="2000" b="1" dirty="0">
                <a:solidFill>
                  <a:srgbClr val="213163"/>
                </a:solidFill>
              </a:rPr>
              <a:t>: </a:t>
            </a:r>
            <a:r>
              <a:rPr lang="en-US" sz="2000" b="1" dirty="0">
                <a:solidFill>
                  <a:schemeClr val="tx2">
                    <a:lumMod val="25000"/>
                  </a:schemeClr>
                </a:solidFill>
              </a:rPr>
              <a:t>visualizes using metrics and bar charts</a:t>
            </a:r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rgbClr val="213163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Professional Dashboard Design</a:t>
            </a:r>
            <a:r>
              <a:rPr lang="en-US" sz="2000" b="1" dirty="0">
                <a:solidFill>
                  <a:srgbClr val="213163"/>
                </a:solidFill>
              </a:rPr>
              <a:t>: 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Clean layout with tabs for predictions and chatbot.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Chatbot Integration: 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Answers basic EV-related questions interactively</a:t>
            </a:r>
            <a:r>
              <a:rPr lang="en-US" sz="2000" b="1" dirty="0">
                <a:solidFill>
                  <a:srgbClr val="213163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7A91F-6970-0A68-4EAD-1DC8DEA1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1" y="1721796"/>
            <a:ext cx="6381344" cy="3346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6A6433-B514-B0B0-AF63-B1D1EE2F0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358" y="1721796"/>
            <a:ext cx="4931924" cy="50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9BE7-0178-5084-54A3-52E309BA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65425-0609-7962-CE92-A07B535CC758}"/>
              </a:ext>
            </a:extLst>
          </p:cNvPr>
          <p:cNvSpPr txBox="1"/>
          <p:nvPr/>
        </p:nvSpPr>
        <p:spPr>
          <a:xfrm>
            <a:off x="255104" y="1054412"/>
            <a:ext cx="4015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E73C4-CA58-7CB7-9B4D-638F3CFB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15" y="1926078"/>
            <a:ext cx="7500025" cy="369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7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10916310" cy="732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    </a:t>
            </a: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chemeClr val="tx2">
                  <a:lumMod val="25000"/>
                </a:schemeClr>
              </a:solidFill>
            </a:endParaRPr>
          </a:p>
          <a:p>
            <a:endParaRPr lang="en-US" sz="18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</a:rPr>
              <a:t>Developed a user-friendly EV Prediction Dashboard.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</a:rPr>
              <a:t>Predicted EV Range, Sales, Price efficiently.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</a:rPr>
              <a:t>Provided visual insights and chatbot support.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b="1"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25000"/>
                  </a:schemeClr>
                </a:solidFill>
              </a:rPr>
              <a:t>Can assist decision-makers and consumers.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US" sz="1800" b="1" dirty="0">
              <a:solidFill>
                <a:srgbClr val="213163"/>
              </a:solidFill>
            </a:endParaRPr>
          </a:p>
          <a:p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924F-85BB-06EB-DF50-4A3BBFE2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C1227-35FA-177E-3096-25A898365122}"/>
              </a:ext>
            </a:extLst>
          </p:cNvPr>
          <p:cNvSpPr txBox="1"/>
          <p:nvPr/>
        </p:nvSpPr>
        <p:spPr>
          <a:xfrm>
            <a:off x="3009418" y="-782776"/>
            <a:ext cx="12616405" cy="478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    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IN" sz="66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7310532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000" dirty="0">
            <a:solidFill>
              <a:srgbClr val="21316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285</TotalTime>
  <Words>365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durga bhavani</cp:lastModifiedBy>
  <cp:revision>7</cp:revision>
  <dcterms:created xsi:type="dcterms:W3CDTF">2024-12-31T09:40:01Z</dcterms:created>
  <dcterms:modified xsi:type="dcterms:W3CDTF">2025-11-16T12:35:34Z</dcterms:modified>
</cp:coreProperties>
</file>